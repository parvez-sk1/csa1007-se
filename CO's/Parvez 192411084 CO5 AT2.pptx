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2764-1BFE-84D1-0234-5587ADE18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CEB72-0CB9-E531-3832-430071AAF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4A354-835F-2495-72D0-97266E14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6756-DAE3-5927-E710-B37FA1E6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4BA27-74B3-4548-9FB5-59F6169B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1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1A8E-4092-5FDA-093E-C36E8C00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BAA7F-B649-9128-D870-79AA487D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0010-317A-B12E-8AC9-50D68730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1D670-1FBD-0227-210C-B85C92D2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539D4-E057-256B-47C4-EEB5C118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91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7464-630B-A367-E2AF-01112294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9A325-5BE9-EB5F-4A51-F4372B6E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73BA4-2F33-9986-3138-931F6CA5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8493-A3C5-CCC8-9BE0-B0DFE4B6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B08F-A1C8-4B25-48A1-0090108FE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4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90D9A-4B90-0A0D-5A16-AC1792F8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1B0A-1866-0DB8-E745-48EAA9371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8CB13-BD62-E47F-1162-5C191B3E2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2AB69-866D-2315-A6F8-BAB83720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B4D45-7528-F5B4-1F92-662EC2C4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20A4D-E9CD-FCA5-8E58-C6E43E14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6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651D-196B-9100-960E-546D1775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59284-4724-00D3-767A-B8B407566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85232-F188-CD4A-6A8D-CFA22EEE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046A4-B14C-43FE-FF1C-B7B8F22BB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F3650-5298-3E31-995D-495BE7ED0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C1898-A8FF-0015-CC5A-7285F85A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00D6D-7F93-7F59-E1CE-4D89B435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52EBC-8329-C715-3B05-C8F0AE3A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26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43C0-AB32-08D4-9BC2-08E941B1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EDE62-E7BE-394A-968C-140C2B9E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8780E-0815-C263-1CE3-C172D4E0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4A875-AFAD-EEA2-140A-8BFFEF9A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20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DBE43E-B026-DC96-2AA4-E02D03C5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BF99B-976F-45A7-4603-A355B3B3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2C55A-EE69-E079-49F7-91460547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57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032D-ACC1-3C04-6A04-BC95CA27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9F01-EEAB-4887-51E1-6B130E96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5A727-7FD3-8806-F7B6-639533A44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91F6D-4CB2-7BF5-436C-963AA062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382C2-6598-E527-5340-658D5E30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6B988-AEA3-BCE6-5960-6314009F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46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B7C4-6835-0CEF-E457-B1157613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10DF4-F651-31FB-618C-D6A38B598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16BE6-0D11-C1AE-2223-7E2E7D118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D3218-4E7B-5AE7-05C2-61D050A8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610BB-17D2-9D12-0F9C-8287B7D01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AE4C0-934F-11BF-12EE-3C7FFE6C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1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DC74C-7A25-5EA8-3B8B-637BE5C1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3C301-19AA-C19B-B425-0E81937A5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9B563-DC91-6CE1-0A82-E06CAFFD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3360-E0E6-586F-1138-9FC18E83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B4302-3CD8-D7D6-1460-33473025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7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62993-9D3F-0741-EB87-D03618785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475CB-48EF-F4EB-AF70-5336A48A7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C384-4633-D6B0-29CC-3CEE77C9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D7B72-4DF8-425A-4AD3-F506680D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A4A3E-F731-2103-81BC-F104C0E3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76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624983-5C45-1128-C917-2659C36A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C6C6C-29B6-A8FC-F216-07A40A7DB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22C4-BEBC-55E4-D0F6-C953CDC85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7F085-7707-446E-9085-CA4EFB7366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8B8BC-C41E-692A-63C1-3668AD5B9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8545F-0C85-538D-0FAB-2B30BCE9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A2D3D-D5CD-477D-BD4D-B2168CEBE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67E3-4643-7B67-A77A-A8041A950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1380"/>
            <a:ext cx="9144000" cy="2497393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fornian FB" panose="0207040306080B030204" pitchFamily="18" charset="0"/>
              </a:rPr>
              <a:t>Post-Quantum Cryptography (PQC)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187BC-E51B-2C45-1E4B-B0CC5F05F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8516"/>
            <a:ext cx="9144000" cy="108794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AT2 - Seminar on Emerging Technologies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CSA1007- Software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EAEF6-17D6-97AA-BB02-009D52909B20}"/>
              </a:ext>
            </a:extLst>
          </p:cNvPr>
          <p:cNvSpPr txBox="1"/>
          <p:nvPr/>
        </p:nvSpPr>
        <p:spPr>
          <a:xfrm>
            <a:off x="796412" y="5575946"/>
            <a:ext cx="3490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onstantia" panose="02030602050306030303" pitchFamily="18" charset="0"/>
              </a:rPr>
              <a:t>Presented By: </a:t>
            </a:r>
          </a:p>
          <a:p>
            <a:pPr algn="ctr"/>
            <a:r>
              <a:rPr lang="en-IN" dirty="0">
                <a:latin typeface="Constantia" panose="02030602050306030303" pitchFamily="18" charset="0"/>
              </a:rPr>
              <a:t>Sk. Parvez Ahamed (192411084)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70926-EB27-9D66-7B51-1FAC5FB2088F}"/>
              </a:ext>
            </a:extLst>
          </p:cNvPr>
          <p:cNvSpPr txBox="1"/>
          <p:nvPr/>
        </p:nvSpPr>
        <p:spPr>
          <a:xfrm>
            <a:off x="8652387" y="5575945"/>
            <a:ext cx="305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onstantia" panose="02030602050306030303" pitchFamily="18" charset="0"/>
              </a:rPr>
              <a:t>Guided By: </a:t>
            </a:r>
          </a:p>
          <a:p>
            <a:pPr algn="ctr"/>
            <a:r>
              <a:rPr lang="en-IN" dirty="0">
                <a:latin typeface="Constantia" panose="02030602050306030303" pitchFamily="18" charset="0"/>
              </a:rPr>
              <a:t>Dr. P Subramanian</a:t>
            </a: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95E43EFA-0F7D-0103-7041-3D24124C06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44539"/>
            <a:ext cx="92202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D33F-5180-3DAD-CB82-D3871208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210368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 Introduction to the Emerging Technology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618E1-12DA-46A6-EBED-48E55677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599"/>
            <a:ext cx="10515600" cy="4351338"/>
          </a:xfrm>
        </p:spPr>
        <p:txBody>
          <a:bodyPr/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Cryptography is a field of cryptography designed to protect digital communication against quantum computer attacks.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computers may break widely used public-key algorithms such as RSA and ECC.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develops mathematical algorithms that are believed to remain secure against both classical and quantum computers.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called quantum-resistant cryptography.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is important for securing future digital infrastructure.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33BC4-672D-5E57-FF62-01EF884C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65" y="365125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94DA1-7DAC-36B1-F718-6D646E538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575" y="221254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28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1D75-B7FD-B83A-D002-F2E5181C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Need and Motivation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961B-8706-AD19-01E6-0451EE267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quantum computers could break current public-key encryption.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Shor’s Algorithm can efficiently attack RSA and Elliptic Curve Cryptography.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information encrypted today may be stored and decrypted later — known as “Harvest Now, Decrypt Later.”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to migrate cryptographic systems before large-scale quantum computers become practical.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provides a transition path toward long-term data security.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12052-5FC4-3DFB-2C96-39782C87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4F5BE0-964E-39E1-902F-388274D59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2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9DE6-680D-3D69-5703-E5DC0FDA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Working Principle /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1027-D1D1-CAF3-9E38-4261220BF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PQC public and private keys.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 is shared with the communicating party.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uses the public key to establish encryption or a shared secret.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uses the private key to recover the secret.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signatures can be used to verify authenticity.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is based on mathematical problems considered resistant to quantum attacks.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39581-4FCC-D255-B7C6-538F59C9E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A935D9-432F-3E8B-41A5-8B12BB258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3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BCDE-036F-A6E6-DDE5-05B3EDD9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9313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Key Components and Technologies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D283-516D-4591-87CB-36B4E9518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589651"/>
            <a:ext cx="10515600" cy="49979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PQC Technologies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Lattice-Based Cryptography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CRYSTALS-Kyber / ML-KEM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CRYSTALS-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Dilithium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ML-DSA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Hash-Based Cryptography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SPHINCS+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SLH-DSA</a:t>
            </a: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Code-Based Cryptography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McEliece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Isogeny-Based Cryptography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elliptic-curve isogenies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earlier approaches were broken, demonstrating the importance of cryptanalysis.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A587D-3971-E3C8-7F7B-0CC528E0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455652-B3FF-9ED1-D942-A43439F93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89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6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9CE4-F0CF-88C6-96D3-34C43903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alifornian FB" panose="0207040306080B030204" pitchFamily="18" charset="0"/>
              </a:rPr>
              <a:t>Applications / Real-World Use Cases</a:t>
            </a:r>
            <a:endParaRPr lang="en-IN" sz="4000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2572-710C-18DE-09A3-89578932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144"/>
            <a:ext cx="10515600" cy="51867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/>
              <a:t>Applications of PQC</a:t>
            </a:r>
          </a:p>
          <a:p>
            <a:pPr lvl="0" algn="just"/>
            <a:r>
              <a:rPr lang="en-IN" sz="2000" b="1" dirty="0"/>
              <a:t>Banking and Financial Services</a:t>
            </a:r>
            <a:endParaRPr lang="en-IN" sz="2000" dirty="0"/>
          </a:p>
          <a:p>
            <a:pPr lvl="1" algn="just"/>
            <a:r>
              <a:rPr lang="en-IN" sz="2000" dirty="0"/>
              <a:t>Protect financial transactions and customer information.</a:t>
            </a:r>
          </a:p>
          <a:p>
            <a:pPr lvl="0" algn="just"/>
            <a:r>
              <a:rPr lang="en-IN" sz="2000" b="1" dirty="0"/>
              <a:t>Cloud Computing</a:t>
            </a:r>
            <a:endParaRPr lang="en-IN" sz="2000" dirty="0"/>
          </a:p>
          <a:p>
            <a:pPr lvl="1" algn="just"/>
            <a:r>
              <a:rPr lang="en-IN" sz="2000" dirty="0"/>
              <a:t>Secure data and communication between cloud services.</a:t>
            </a:r>
          </a:p>
          <a:p>
            <a:pPr lvl="0" algn="just"/>
            <a:r>
              <a:rPr lang="en-IN" sz="2000" b="1" dirty="0"/>
              <a:t>Government Systems</a:t>
            </a:r>
            <a:endParaRPr lang="en-IN" sz="2000" dirty="0"/>
          </a:p>
          <a:p>
            <a:pPr lvl="1" algn="just"/>
            <a:r>
              <a:rPr lang="en-IN" sz="2000" dirty="0"/>
              <a:t>Protect confidential and classified information.</a:t>
            </a:r>
          </a:p>
          <a:p>
            <a:pPr lvl="0" algn="just"/>
            <a:r>
              <a:rPr lang="en-IN" sz="2000" b="1" dirty="0"/>
              <a:t>Healthcare</a:t>
            </a:r>
            <a:endParaRPr lang="en-IN" sz="2000" dirty="0"/>
          </a:p>
          <a:p>
            <a:pPr lvl="1" algn="just"/>
            <a:r>
              <a:rPr lang="en-IN" sz="2000" dirty="0"/>
              <a:t>Secure long-term medical and patient records.</a:t>
            </a:r>
          </a:p>
          <a:p>
            <a:pPr lvl="0" algn="just"/>
            <a:r>
              <a:rPr lang="en-IN" sz="2000" b="1" dirty="0"/>
              <a:t>5G/6G Networks</a:t>
            </a:r>
            <a:endParaRPr lang="en-IN" sz="2000" dirty="0"/>
          </a:p>
          <a:p>
            <a:pPr lvl="1" algn="just"/>
            <a:r>
              <a:rPr lang="en-IN" sz="2000" dirty="0"/>
              <a:t>Protect communication infrastructure and connected devices.</a:t>
            </a:r>
          </a:p>
          <a:p>
            <a:pPr lvl="0" algn="just"/>
            <a:r>
              <a:rPr lang="en-IN" sz="2000" b="1" dirty="0"/>
              <a:t>IoT Devices</a:t>
            </a:r>
            <a:endParaRPr lang="en-IN" sz="2000" dirty="0"/>
          </a:p>
          <a:p>
            <a:pPr lvl="1" algn="just"/>
            <a:r>
              <a:rPr lang="en-IN" sz="2000" dirty="0"/>
              <a:t>Provide quantum-resistant authentication and communication.</a:t>
            </a:r>
          </a:p>
          <a:p>
            <a:pPr algn="just"/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F1977-7418-0A0F-A61D-8EA0A7542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251419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15BA2A-DC99-C07D-3079-A45BC167B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673" y="204171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4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B42E-6602-189D-DB7D-6E5C586D7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56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Advantages and Limitations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3E96A-B847-013D-E7E0-7FCE7E5EE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131"/>
            <a:ext cx="10515600" cy="511594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Resistant to known quantum attacks.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long-term sensitive information.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implemented on existing computing infrastructure.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encryption and digital signatures.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prepare for the quantum era.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future security risks.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keys and/or signatures than many traditional algorithms.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computational and memory requirements for some algorithms.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from existing cryptographic systems is complex.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algorithms require continuous security analysis.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with legacy systems can be difficult.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A90B4-13E2-2944-1B86-952C1143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60AE7-FBAA-A079-FF7A-4233AAC3A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2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C423-C519-DAB8-046E-22A64D4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483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 Recent Developments and </a:t>
            </a:r>
            <a:br>
              <a:rPr lang="en-IN" b="1" dirty="0">
                <a:latin typeface="Californian FB" panose="0207040306080B030204" pitchFamily="18" charset="0"/>
              </a:rPr>
            </a:br>
            <a:r>
              <a:rPr lang="en-IN" b="1" dirty="0">
                <a:latin typeface="Californian FB" panose="0207040306080B030204" pitchFamily="18" charset="0"/>
              </a:rPr>
              <a:t>Trends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38DF-3544-9A98-A904-F0BF3DBC2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5961"/>
            <a:ext cx="10515600" cy="477182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Developments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has standardized major post-quantum cryptographic algorithms.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 is standardized for key establishment.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ML-DSA is standardized for digital signatures.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SLH-DSA provides a hash-based signature alternative.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are beginning post-quantum migration and cryptographic inventory programs.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approaches combine classical and post-quantum algorithms during the transition.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continues into efficient implementations for cloud, mobile, IoT, and embedded systems.</a:t>
            </a:r>
          </a:p>
          <a:p>
            <a:pPr marL="0" lv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Cryptography → Hybrid Cryptography → Post-Quantum Cryptography</a:t>
            </a:r>
          </a:p>
          <a:p>
            <a:pPr marL="0" indent="0" algn="just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D26F2-124F-BD3C-6221-F872D8863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D48F03-37E2-5307-2797-34FD5FA5A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8EE0-98CC-B6E0-922E-D1E54337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 Challenges and Future Scope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26B3D-7F04-EFED-5502-D7D0FBE54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Quantum-resistant algorithms require extensive testing.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of existing systems is difficult.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compatibility issues.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keys/signatures can increase bandwidth and storage requirements.</a:t>
            </a:r>
          </a:p>
          <a:p>
            <a:pPr marL="0" lv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PQC algorithms.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PQC implementation in IoT and edge devices.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Quantum-safe cloud infrastructure.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Post-quantum blockchain and digital identity.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cryptographic migration tools.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D333A-134D-C011-2900-1A1ADEB7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98612-3FCF-5FB8-F758-D0F7C2D3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6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F50A-1BEB-BB83-507B-C28E9C71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682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Case Study / Example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8E70-838B-1EA7-B849-9417EF760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93" y="1033462"/>
            <a:ext cx="11540613" cy="58245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NIST Post-Quantum Cryptography Standardization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algorithms such as RSA and ECC could become vulnerable to sufficiently powerful quantum computers.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conducted a multi-year evaluation of candidate post-quantum algorithms based on security, performance, and implementation characteristics.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Standards: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ML-KEM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Key encapsulation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ML-DSA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Digital signatures</a:t>
            </a:r>
          </a:p>
          <a:p>
            <a:pPr lvl="0"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SLH-DSA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Hash-based digital signatures</a:t>
            </a:r>
          </a:p>
          <a:p>
            <a:pPr lvl="0"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standardization process provides organizations with concrete algorithms for beginning the transition toward quantum-resistant security.</a:t>
            </a:r>
          </a:p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Security → Cloud → Banking → Government → IoT → Digital Identity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6BA0E-ADC7-770E-6405-F59FC69E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E2B1CD-7BA9-64FD-0F28-6E3783F86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4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E904-713C-69DA-8439-3DA7663A9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8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Conclusion</a:t>
            </a:r>
            <a:endParaRPr lang="en-IN" dirty="0">
              <a:latin typeface="Californian FB" panose="0207040306080B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72E5-2C42-648F-7EBE-73A8BC319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computing creates a major future threat to traditional public-key cryptography.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Post-Quantum Cryptography provides algorithms designed to withstand quantum attacks.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ML-KEM, ML-DSA, and SLH-DSA represent important standardized PQC technologies.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 should begin identifying vulnerable cryptographic systems and planning migration.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PQC will play an important role in ensuring long-term cybersecurity in the quantum era.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CA696-F297-2AB6-A91F-0AEA8448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98AD6-E548-EA74-BEFE-FE1AE6DC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7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3C10-BE44-E799-11CB-13F9B6FE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fornian FB" panose="0207040306080B0302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6FEB-44EE-F459-8F76-A7E0D15C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1465877"/>
            <a:ext cx="10515600" cy="481115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(NIST), Post-Quantum Cryptography Standardization.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NIST, FIPS 203: Module-Lattice-Based Key-Encapsulation Mechanism Standard (ML-KEM), 2024.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NIST, FIPS 205: Stateless Hash-Based Digital Signature Standard (SLH-DSA), 2024.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W. Shor, “Algorithms for Quantum Computation: Discrete Logarithms and Factoring,” FOCS, 1994.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3AD02-F363-616E-ADCF-1A47FA3C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1" y="372354"/>
            <a:ext cx="1160585" cy="731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F0150-4E88-5D1E-3401-AA117BF74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28483"/>
            <a:ext cx="1546860" cy="10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2635-6157-14BB-896B-5371830C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07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>
                <a:latin typeface="Californian FB" panose="0207040306080B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576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Californian FB</vt:lpstr>
      <vt:lpstr>Constantia</vt:lpstr>
      <vt:lpstr>Times New Roman</vt:lpstr>
      <vt:lpstr>Wingdings</vt:lpstr>
      <vt:lpstr>Office Theme</vt:lpstr>
      <vt:lpstr>Post-Quantum Cryptography (PQC)</vt:lpstr>
      <vt:lpstr> Introduction to the Emerging Technology</vt:lpstr>
      <vt:lpstr>Need and Motivation</vt:lpstr>
      <vt:lpstr>Working Principle / Architecture</vt:lpstr>
      <vt:lpstr>Key Components and Technologies</vt:lpstr>
      <vt:lpstr>Applications / Real-World Use Cases</vt:lpstr>
      <vt:lpstr>Advantages and Limitations</vt:lpstr>
      <vt:lpstr> Recent Developments and  Trends</vt:lpstr>
      <vt:lpstr> Challenges and Future Scope</vt:lpstr>
      <vt:lpstr>Case Study / Example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Parvez Ahamed</dc:creator>
  <cp:lastModifiedBy>Shaik Parvez Ahamed</cp:lastModifiedBy>
  <cp:revision>1</cp:revision>
  <dcterms:created xsi:type="dcterms:W3CDTF">2026-08-29T05:57:38Z</dcterms:created>
  <dcterms:modified xsi:type="dcterms:W3CDTF">2026-08-29T05:58:16Z</dcterms:modified>
</cp:coreProperties>
</file>